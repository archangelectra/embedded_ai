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3A40F2-6170-ED07-9FCD-1B7247A5C21F}" v="11" dt="2025-12-11T18:03:37.150"/>
    <p1510:client id="{A5DBE238-BAEC-4E1B-1194-959FC9506782}" v="817" dt="2025-12-11T01:19:03.589"/>
    <p1510:client id="{FC1BD509-3A03-9D27-A618-8BF6D39E2EB0}" v="2" dt="2025-12-11T18:00:56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Face Detection on Jetson Orin Nano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By Matthew </a:t>
            </a:r>
            <a:r>
              <a:rPr lang="en-US" err="1"/>
              <a:t>Santorsa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90ED0-816A-21E6-3034-05B7FE355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346A0-8C66-2399-CA6C-814324C96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Facial recognition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Used in face ID, auto panning cameras, autofocus systems</a:t>
            </a:r>
          </a:p>
          <a:p>
            <a:r>
              <a:rPr lang="en-US"/>
              <a:t>Dataset Used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Digiface</a:t>
            </a:r>
            <a:r>
              <a:rPr lang="en-US"/>
              <a:t> 1M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WIDER FACE</a:t>
            </a:r>
          </a:p>
          <a:p>
            <a:r>
              <a:rPr lang="en-US"/>
              <a:t>Importance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Used widely in our modern lives, from authentication to the moments we save in our phones via photos</a:t>
            </a:r>
          </a:p>
        </p:txBody>
      </p:sp>
    </p:spTree>
    <p:extLst>
      <p:ext uri="{BB962C8B-B14F-4D97-AF65-F5344CB8AC3E}">
        <p14:creationId xmlns:p14="http://schemas.microsoft.com/office/powerpoint/2010/main" val="1380710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60050-401D-3CE4-659A-2ED98CFF1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&amp;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D20E0-4AED-4354-888A-007384E5C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Model 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MobileNet</a:t>
            </a:r>
            <a:r>
              <a:rPr lang="en-US"/>
              <a:t> V2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Transfer Learning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Deployed to a Nvidia Jetson Orin Nano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Smoothing Used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Alpha Filter (Exponential Moving Average)</a:t>
            </a:r>
          </a:p>
          <a:p>
            <a:r>
              <a:rPr lang="en-US"/>
              <a:t>Quantization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None used, was not worth the loss of accuracy.</a:t>
            </a:r>
          </a:p>
        </p:txBody>
      </p:sp>
    </p:spTree>
    <p:extLst>
      <p:ext uri="{BB962C8B-B14F-4D97-AF65-F5344CB8AC3E}">
        <p14:creationId xmlns:p14="http://schemas.microsoft.com/office/powerpoint/2010/main" val="521693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83B80-04FB-9396-7EBE-B73975CBA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9D1182-54D1-7CDC-399D-AEC8A4ABA5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7454" y="160961"/>
            <a:ext cx="5993907" cy="59643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90E7C8-1078-BEDC-8661-F853CBDA7E76}"/>
              </a:ext>
            </a:extLst>
          </p:cNvPr>
          <p:cNvSpPr txBox="1"/>
          <p:nvPr/>
        </p:nvSpPr>
        <p:spPr>
          <a:xfrm>
            <a:off x="331573" y="1520664"/>
            <a:ext cx="542562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Training Data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Demo Video</a:t>
            </a:r>
          </a:p>
        </p:txBody>
      </p:sp>
    </p:spTree>
    <p:extLst>
      <p:ext uri="{BB962C8B-B14F-4D97-AF65-F5344CB8AC3E}">
        <p14:creationId xmlns:p14="http://schemas.microsoft.com/office/powerpoint/2010/main" val="4089255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03929-E82B-0C09-06ED-69DEA309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CC380-F45F-FA4D-0E18-26DD81306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680"/>
            <a:ext cx="574385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Some flaws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Fails to properly track to the left edge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Loves to recognize my forehead I guess?</a:t>
            </a:r>
          </a:p>
          <a:p>
            <a:r>
              <a:rPr lang="en-US"/>
              <a:t>Some highs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Runs a lot better on jetson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It actually does manage to track my face pretty well!</a:t>
            </a:r>
          </a:p>
        </p:txBody>
      </p:sp>
      <p:pic>
        <p:nvPicPr>
          <p:cNvPr id="4" name="output">
            <a:hlinkClick r:id="" action="ppaction://media"/>
            <a:extLst>
              <a:ext uri="{FF2B5EF4-FFF2-40B4-BE49-F238E27FC236}">
                <a16:creationId xmlns:a16="http://schemas.microsoft.com/office/drawing/2014/main" id="{92285279-2EA4-748C-CA03-52A126D5FB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88458" y="1699333"/>
            <a:ext cx="5517472" cy="414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11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1D625-30E5-E1F5-003F-D5D4DA65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Highs &amp; 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93D9F-27D9-70D0-13CB-70BCAD8B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6298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u="sng"/>
              <a:t>Highs</a:t>
            </a:r>
          </a:p>
          <a:p>
            <a:r>
              <a:rPr lang="en-US"/>
              <a:t>Very high accuracy, with low loss (for model)</a:t>
            </a:r>
          </a:p>
          <a:p>
            <a:r>
              <a:rPr lang="en-US"/>
              <a:t>Fairly small deployment, only about 40MB</a:t>
            </a:r>
          </a:p>
          <a:p>
            <a:r>
              <a:rPr lang="en-US"/>
              <a:t>Works with just about every camera tested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34416F-731F-8685-059F-2A6FDA3F0E95}"/>
              </a:ext>
            </a:extLst>
          </p:cNvPr>
          <p:cNvSpPr txBox="1"/>
          <p:nvPr/>
        </p:nvSpPr>
        <p:spPr>
          <a:xfrm>
            <a:off x="6094419" y="1827920"/>
            <a:ext cx="5575867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u="sng"/>
              <a:t>Lows</a:t>
            </a:r>
          </a:p>
          <a:p>
            <a:pPr marL="285750" indent="-285750">
              <a:buFont typeface="Arial"/>
              <a:buChar char="•"/>
            </a:pPr>
            <a:r>
              <a:rPr lang="en-US" sz="2800"/>
              <a:t>Not the best tracking out there</a:t>
            </a:r>
          </a:p>
          <a:p>
            <a:pPr marL="285750" indent="-285750">
              <a:buFont typeface="Arial"/>
              <a:buChar char="•"/>
            </a:pPr>
            <a:r>
              <a:rPr lang="en-US" sz="2800"/>
              <a:t>Model Collapse</a:t>
            </a:r>
          </a:p>
          <a:p>
            <a:pPr marL="285750" indent="-285750">
              <a:buFont typeface="Arial"/>
              <a:buChar char="•"/>
            </a:pPr>
            <a:r>
              <a:rPr lang="en-US" sz="2800"/>
              <a:t>Camera Edge Bug</a:t>
            </a:r>
          </a:p>
          <a:p>
            <a:pPr marL="285750" indent="-285750">
              <a:buFont typeface="Arial"/>
              <a:buChar char="•"/>
            </a:pPr>
            <a:endParaRPr lang="en-US" sz="2800"/>
          </a:p>
          <a:p>
            <a:pPr marL="285750" indent="-285750">
              <a:buFont typeface="Arial"/>
              <a:buChar char="•"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737138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Face Detection on Jetson Orin Nano</vt:lpstr>
      <vt:lpstr>Problem </vt:lpstr>
      <vt:lpstr>Model &amp; Method</vt:lpstr>
      <vt:lpstr>Results</vt:lpstr>
      <vt:lpstr>Demo Video</vt:lpstr>
      <vt:lpstr>Highs &amp; Lows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7</cp:revision>
  <dcterms:created xsi:type="dcterms:W3CDTF">2025-12-11T00:22:29Z</dcterms:created>
  <dcterms:modified xsi:type="dcterms:W3CDTF">2025-12-11T18:03:49Z</dcterms:modified>
</cp:coreProperties>
</file>